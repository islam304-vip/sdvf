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C5C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</a:t>
            </a:r>
            <a:endParaRPr lang="en-US" sz="8800" dirty="0"/>
          </a:p>
        </p:txBody>
      </p:sp>
      <p:sp>
        <p:nvSpPr>
          <p:cNvPr id="5" name="Text 2"/>
          <p:cNvSpPr/>
          <p:nvPr/>
        </p:nvSpPr>
        <p:spPr>
          <a:xfrm>
            <a:off x="548640" y="3657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Дрон-такси, которое прилетает за 60 секунд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Забудь про автобус в холод. Заказывай небо.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Презентация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Городской транспорт устал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1737360"/>
          </a:xfrm>
          <a:prstGeom prst="roundRect">
            <a:avLst>
              <a:gd name="adj" fmla="val 7895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−25°C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ждёшь автобус на остановке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1737360"/>
          </a:xfrm>
          <a:prstGeom prst="roundRect">
            <a:avLst>
              <a:gd name="adj" fmla="val 7895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мин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92240" y="3017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пробка в час пик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1737360"/>
          </a:xfrm>
          <a:prstGeom prst="roundRect">
            <a:avLst>
              <a:gd name="adj" fmla="val 7895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06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км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прямой = 35 км по дорогам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94960" cy="1737360"/>
          </a:xfrm>
          <a:prstGeom prst="roundRect">
            <a:avLst>
              <a:gd name="adj" fmla="val 7895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06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92240" y="50292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 быстрому такси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Проблема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— твой личный дрон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828800"/>
            <a:ext cx="521208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011680"/>
            <a:ext cx="320040" cy="320040"/>
          </a:xfrm>
          <a:prstGeom prst="ellipse">
            <a:avLst/>
          </a:prstGeom>
          <a:solidFill>
            <a:srgbClr val="5BE0F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через приложение — как такси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320040" cy="320040"/>
          </a:xfrm>
          <a:prstGeom prst="ellipse">
            <a:avLst/>
          </a:prstGeom>
          <a:solidFill>
            <a:srgbClr val="5BE0FF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Дрон прилетает к тебе за 60 секунд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5BE0F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Тёплая капсула — никакого холода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343400"/>
            <a:ext cx="320040" cy="320040"/>
          </a:xfrm>
          <a:prstGeom prst="ellipse">
            <a:avLst/>
          </a:prstGeom>
          <a:solidFill>
            <a:srgbClr val="5BE0FF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прямой над городом — 12 минут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320040" cy="320040"/>
          </a:xfrm>
          <a:prstGeom prst="ellipse">
            <a:avLst/>
          </a:prstGeom>
          <a:solidFill>
            <a:srgbClr val="5BE0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074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автопилот, без пробок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Решение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КАК ЭТО РАБОТАЕТ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шага до неба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840480"/>
          </a:xfrm>
          <a:prstGeom prst="roundRect">
            <a:avLst>
              <a:gd name="adj" fmla="val 506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приложение. Поставь точку — дрон выберет ближайшую станцию.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611880" cy="3840480"/>
          </a:xfrm>
          <a:prstGeom prst="roundRect">
            <a:avLst>
              <a:gd name="adj" fmla="val 506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61772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Посадка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4114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Дрон прилетает за 60 секунд. Садишься в тёплую капсулу.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611880" cy="3840480"/>
          </a:xfrm>
          <a:prstGeom prst="roundRect">
            <a:avLst>
              <a:gd name="adj" fmla="val 506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286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412480" y="33832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Полёт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12480" y="4114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Автопилот ведёт по воздушному коридору. Через 12 минут — на месте.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Как это работает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ФЛОТ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класса дронов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4114800"/>
          </a:xfrm>
          <a:prstGeom prst="roundRect">
            <a:avLst>
              <a:gd name="adj" fmla="val 506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194560"/>
            <a:ext cx="32461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E0FF"/>
                </a:solidFill>
              </a:rPr>
              <a:t>БАЗОВЫЙ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₸1 990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место · 120 км/ч · 30 км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611880" cy="4114800"/>
          </a:xfrm>
          <a:prstGeom prst="roundRect">
            <a:avLst>
              <a:gd name="adj" fmla="val 5063"/>
            </a:avLst>
          </a:prstGeom>
          <a:solidFill>
            <a:srgbClr val="151533"/>
          </a:solidFill>
          <a:ln w="25400">
            <a:solidFill>
              <a:srgbClr val="5BE0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2194560"/>
            <a:ext cx="3246120" cy="1645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E0FF"/>
                </a:solidFill>
              </a:rPr>
              <a:t>СРЕДНИЙ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1772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61772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₸3 990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1772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места · 180 км/ч · 60 км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2011680"/>
            <a:ext cx="3611880" cy="4114800"/>
          </a:xfrm>
          <a:prstGeom prst="roundRect">
            <a:avLst>
              <a:gd name="adj" fmla="val 506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2194560"/>
            <a:ext cx="3246120" cy="1645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E0FF"/>
                </a:solidFill>
              </a:rPr>
              <a:t>ПРЕМИУМ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41248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8412480" y="4709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₸12 990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12480" y="51663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4 мест · 240 км/ч · 120 км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Флот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РАЗМЕРЫ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Маленькие, средние, большие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Выбирай дрон под количество людей и багаж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86000"/>
            <a:ext cx="11091672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989320"/>
            <a:ext cx="3611880" cy="365760"/>
          </a:xfrm>
          <a:prstGeom prst="roundRect">
            <a:avLst>
              <a:gd name="adj" fmla="val 12500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989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 ·  1 место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5989320"/>
            <a:ext cx="3611880" cy="365760"/>
          </a:xfrm>
          <a:prstGeom prst="roundRect">
            <a:avLst>
              <a:gd name="adj" fmla="val 12500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43400" y="5989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 ·  2 места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5989320"/>
            <a:ext cx="3611880" cy="365760"/>
          </a:xfrm>
          <a:prstGeom prst="roundRect">
            <a:avLst>
              <a:gd name="adj" fmla="val 12500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59893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 ·  до 6 мест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Размеры дронов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A0A1F">
              <a:alpha val="8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СТАНЦИЯ AEROLIFT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Аэродром у тебя под боком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33832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40 дронов на одной станции, светящиеся посадочные площадки, автоматическая зарядка и подогрев зимой.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9377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9834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дронов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377440" y="49377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49834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сек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377440" y="5486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взлёта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06240" y="493776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0" y="498348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206240" y="5486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станций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Станция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на каждой высоте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независимых моторов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61188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61772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резервная батарея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61188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2860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412480" y="3154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автопилот + диспетчер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61188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парашют капсулы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4114800"/>
            <a:ext cx="361188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17720" y="5166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центром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4114800"/>
            <a:ext cx="361188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−40°C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412480" y="5166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любой мороз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Технологии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ГАЛЕРЕЯ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— твоя взлётная полоса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011680"/>
            <a:ext cx="5440680" cy="40233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2011680"/>
            <a:ext cx="5440680" cy="4023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 городом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382512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Салон премиум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Галерея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E0FF"/>
                </a:solidFill>
              </a:rPr>
              <a:t>ЦИФРЫ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работает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5BE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мин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полёт через город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39496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5BE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86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км/ч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9224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крейсерская скорость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5BE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97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₸1 990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от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4114800"/>
            <a:ext cx="5394960" cy="1783080"/>
          </a:xfrm>
          <a:prstGeom prst="roundRect">
            <a:avLst>
              <a:gd name="adj" fmla="val 7692"/>
            </a:avLst>
          </a:prstGeom>
          <a:solidFill>
            <a:srgbClr val="151533"/>
          </a:solidFill>
          <a:ln w="12700">
            <a:solidFill>
              <a:srgbClr val="5BE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297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92240" y="5257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довольных пассажиров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Цифры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F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4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 открыто.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548640" y="3474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5B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попасть домой быстрее.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aerolift.app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AeroLift  ·  Спасибо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2026-05-11T10:12:51Z</dcterms:created>
  <dcterms:modified xsi:type="dcterms:W3CDTF">2026-05-11T10:12:51Z</dcterms:modified>
</cp:coreProperties>
</file>